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294" r:id="rId6"/>
    <p:sldId id="298" r:id="rId7"/>
    <p:sldId id="328" r:id="rId8"/>
    <p:sldId id="329" r:id="rId9"/>
    <p:sldId id="330" r:id="rId10"/>
    <p:sldId id="331" r:id="rId11"/>
    <p:sldId id="3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424" autoAdjust="0"/>
    <p:restoredTop sz="94660"/>
  </p:normalViewPr>
  <p:slideViewPr>
    <p:cSldViewPr>
      <p:cViewPr varScale="1">
        <p:scale>
          <a:sx n="82" d="100"/>
          <a:sy n="82" d="100"/>
        </p:scale>
        <p:origin x="331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81F7E0-2BBD-4195-9995-8258CCA80892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DB36E2-1F6A-4403-9167-6DA24A0F37F9}">
      <dgm:prSet/>
      <dgm:spPr/>
      <dgm:t>
        <a:bodyPr/>
        <a:lstStyle/>
        <a:p>
          <a:pPr>
            <a:defRPr b="1"/>
          </a:pPr>
          <a:r>
            <a:rPr lang="en-GB" dirty="0"/>
            <a:t>Model Performance Evaluation</a:t>
          </a:r>
          <a:endParaRPr lang="en-US" dirty="0"/>
        </a:p>
      </dgm:t>
    </dgm:pt>
    <dgm:pt modelId="{FF5DB9A7-9BD6-443B-AA7D-66279C22B60B}" type="parTrans" cxnId="{A55503BA-DA56-4794-A0E1-EE8D65B9B14A}">
      <dgm:prSet/>
      <dgm:spPr/>
      <dgm:t>
        <a:bodyPr/>
        <a:lstStyle/>
        <a:p>
          <a:endParaRPr lang="en-US"/>
        </a:p>
      </dgm:t>
    </dgm:pt>
    <dgm:pt modelId="{184877E1-EB44-4DDC-AAA6-CC812FCBE64C}" type="sibTrans" cxnId="{A55503BA-DA56-4794-A0E1-EE8D65B9B14A}">
      <dgm:prSet/>
      <dgm:spPr/>
      <dgm:t>
        <a:bodyPr/>
        <a:lstStyle/>
        <a:p>
          <a:endParaRPr lang="en-US"/>
        </a:p>
      </dgm:t>
    </dgm:pt>
    <dgm:pt modelId="{541F3FB1-09B7-472C-91F8-B237331F8301}">
      <dgm:prSet/>
      <dgm:spPr/>
      <dgm:t>
        <a:bodyPr/>
        <a:lstStyle/>
        <a:p>
          <a:r>
            <a:rPr lang="en-US" dirty="0"/>
            <a:t>Simplification Accuracy &amp; Readability Score</a:t>
          </a:r>
        </a:p>
      </dgm:t>
    </dgm:pt>
    <dgm:pt modelId="{B1022340-8755-4A8B-85C1-0F2AAE5AC9F5}" type="parTrans" cxnId="{C15B3176-9DCC-4199-8466-BEE84F60A036}">
      <dgm:prSet/>
      <dgm:spPr/>
      <dgm:t>
        <a:bodyPr/>
        <a:lstStyle/>
        <a:p>
          <a:endParaRPr lang="en-US"/>
        </a:p>
      </dgm:t>
    </dgm:pt>
    <dgm:pt modelId="{35A19558-C555-4241-BAA5-3798EA0AD018}" type="sibTrans" cxnId="{C15B3176-9DCC-4199-8466-BEE84F60A036}">
      <dgm:prSet/>
      <dgm:spPr/>
      <dgm:t>
        <a:bodyPr/>
        <a:lstStyle/>
        <a:p>
          <a:endParaRPr lang="en-US"/>
        </a:p>
      </dgm:t>
    </dgm:pt>
    <dgm:pt modelId="{A9F98F43-4D7E-4869-9252-1D5432C141E8}">
      <dgm:prSet/>
      <dgm:spPr/>
      <dgm:t>
        <a:bodyPr/>
        <a:lstStyle/>
        <a:p>
          <a:r>
            <a:rPr lang="en-US" dirty="0"/>
            <a:t>Summarization Precision &amp; Recall</a:t>
          </a:r>
        </a:p>
      </dgm:t>
    </dgm:pt>
    <dgm:pt modelId="{6ED5F267-141A-447E-9F94-6714162231E1}" type="parTrans" cxnId="{BBD9A675-D7E4-48A9-BAE5-8011BB16D8B7}">
      <dgm:prSet/>
      <dgm:spPr/>
      <dgm:t>
        <a:bodyPr/>
        <a:lstStyle/>
        <a:p>
          <a:endParaRPr lang="en-US"/>
        </a:p>
      </dgm:t>
    </dgm:pt>
    <dgm:pt modelId="{5948E56E-4208-438B-8050-004F9FFCCC90}" type="sibTrans" cxnId="{BBD9A675-D7E4-48A9-BAE5-8011BB16D8B7}">
      <dgm:prSet/>
      <dgm:spPr/>
      <dgm:t>
        <a:bodyPr/>
        <a:lstStyle/>
        <a:p>
          <a:endParaRPr lang="en-US"/>
        </a:p>
      </dgm:t>
    </dgm:pt>
    <dgm:pt modelId="{D5C8E313-644B-4395-8757-E99AC32D8D71}">
      <dgm:prSet/>
      <dgm:spPr/>
      <dgm:t>
        <a:bodyPr/>
        <a:lstStyle/>
        <a:p>
          <a:r>
            <a:rPr lang="en-US" dirty="0"/>
            <a:t>Emotion Detection Accuracy</a:t>
          </a:r>
        </a:p>
      </dgm:t>
    </dgm:pt>
    <dgm:pt modelId="{3475547D-5F99-4F0A-B4ED-56A22C990058}" type="parTrans" cxnId="{224BFEBF-AC8D-44AD-A5EA-AAF80D60C7B2}">
      <dgm:prSet/>
      <dgm:spPr/>
      <dgm:t>
        <a:bodyPr/>
        <a:lstStyle/>
        <a:p>
          <a:endParaRPr lang="en-US"/>
        </a:p>
      </dgm:t>
    </dgm:pt>
    <dgm:pt modelId="{40C63A92-94E5-40EA-ADB8-4FFC8BB67346}" type="sibTrans" cxnId="{224BFEBF-AC8D-44AD-A5EA-AAF80D60C7B2}">
      <dgm:prSet/>
      <dgm:spPr/>
      <dgm:t>
        <a:bodyPr/>
        <a:lstStyle/>
        <a:p>
          <a:endParaRPr lang="en-US"/>
        </a:p>
      </dgm:t>
    </dgm:pt>
    <dgm:pt modelId="{30678513-91F0-47AD-8EEB-6FD24BFADDE4}">
      <dgm:prSet/>
      <dgm:spPr/>
      <dgm:t>
        <a:bodyPr/>
        <a:lstStyle/>
        <a:p>
          <a:pPr>
            <a:defRPr b="1"/>
          </a:pPr>
          <a:r>
            <a:rPr lang="en-GB" dirty="0"/>
            <a:t>Expected Success Criteria</a:t>
          </a:r>
          <a:endParaRPr lang="en-US" dirty="0"/>
        </a:p>
      </dgm:t>
    </dgm:pt>
    <dgm:pt modelId="{AB952AE8-B7E1-4839-94D2-F6E4F54A2FCF}" type="parTrans" cxnId="{4D660F7C-8606-437F-BFD1-B18926D38F55}">
      <dgm:prSet/>
      <dgm:spPr/>
      <dgm:t>
        <a:bodyPr/>
        <a:lstStyle/>
        <a:p>
          <a:endParaRPr lang="en-US"/>
        </a:p>
      </dgm:t>
    </dgm:pt>
    <dgm:pt modelId="{6BFD8A91-CC98-40AF-9DAB-4903535D6F21}" type="sibTrans" cxnId="{4D660F7C-8606-437F-BFD1-B18926D38F55}">
      <dgm:prSet/>
      <dgm:spPr/>
      <dgm:t>
        <a:bodyPr/>
        <a:lstStyle/>
        <a:p>
          <a:endParaRPr lang="en-US"/>
        </a:p>
      </dgm:t>
    </dgm:pt>
    <dgm:pt modelId="{B63B5B41-1287-4052-ABAB-E269A7919632}">
      <dgm:prSet/>
      <dgm:spPr/>
      <dgm:t>
        <a:bodyPr/>
        <a:lstStyle/>
        <a:p>
          <a:r>
            <a:rPr lang="en-US" dirty="0"/>
            <a:t>Comprehension Improvement</a:t>
          </a:r>
        </a:p>
      </dgm:t>
    </dgm:pt>
    <dgm:pt modelId="{EC356770-C75E-4B75-A2C3-123F4B4C9509}" type="parTrans" cxnId="{BBDD0400-CFED-4A25-B38B-DAAECEC2EE21}">
      <dgm:prSet/>
      <dgm:spPr/>
      <dgm:t>
        <a:bodyPr/>
        <a:lstStyle/>
        <a:p>
          <a:endParaRPr lang="en-US"/>
        </a:p>
      </dgm:t>
    </dgm:pt>
    <dgm:pt modelId="{D769903E-5F43-4113-930D-F30B9FBCE658}" type="sibTrans" cxnId="{BBDD0400-CFED-4A25-B38B-DAAECEC2EE21}">
      <dgm:prSet/>
      <dgm:spPr/>
      <dgm:t>
        <a:bodyPr/>
        <a:lstStyle/>
        <a:p>
          <a:endParaRPr lang="en-US"/>
        </a:p>
      </dgm:t>
    </dgm:pt>
    <dgm:pt modelId="{C25E39F2-71DC-42E7-8F44-A2ADCCC18BDF}">
      <dgm:prSet/>
      <dgm:spPr/>
      <dgm:t>
        <a:bodyPr/>
        <a:lstStyle/>
        <a:p>
          <a:r>
            <a:rPr lang="en-US" dirty="0"/>
            <a:t>Engagement &amp; Emotional Responsiveness</a:t>
          </a:r>
        </a:p>
      </dgm:t>
    </dgm:pt>
    <dgm:pt modelId="{C05E9607-20C8-420F-8F72-D3A89D894B92}" type="parTrans" cxnId="{2EE01B72-83C6-47D2-892C-44948C410EDE}">
      <dgm:prSet/>
      <dgm:spPr/>
      <dgm:t>
        <a:bodyPr/>
        <a:lstStyle/>
        <a:p>
          <a:endParaRPr lang="en-US"/>
        </a:p>
      </dgm:t>
    </dgm:pt>
    <dgm:pt modelId="{A5908AC9-9BF0-42F7-B29B-1CD42941AA3B}" type="sibTrans" cxnId="{2EE01B72-83C6-47D2-892C-44948C410EDE}">
      <dgm:prSet/>
      <dgm:spPr/>
      <dgm:t>
        <a:bodyPr/>
        <a:lstStyle/>
        <a:p>
          <a:endParaRPr lang="en-US"/>
        </a:p>
      </dgm:t>
    </dgm:pt>
    <dgm:pt modelId="{D43E0E24-6BF2-48DB-BC84-195F1D33FF0D}" type="pres">
      <dgm:prSet presAssocID="{B481F7E0-2BBD-4195-9995-8258CCA8089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6672B0A-3C85-4734-A9EB-6B20BC13385A}" type="pres">
      <dgm:prSet presAssocID="{E0DB36E2-1F6A-4403-9167-6DA24A0F37F9}" presName="hierRoot1" presStyleCnt="0"/>
      <dgm:spPr/>
    </dgm:pt>
    <dgm:pt modelId="{E9824E25-5592-404C-A56D-174B84D74762}" type="pres">
      <dgm:prSet presAssocID="{E0DB36E2-1F6A-4403-9167-6DA24A0F37F9}" presName="composite" presStyleCnt="0"/>
      <dgm:spPr/>
    </dgm:pt>
    <dgm:pt modelId="{CE6AF1F5-B886-46B0-A02E-C74ECDA6B88B}" type="pres">
      <dgm:prSet presAssocID="{E0DB36E2-1F6A-4403-9167-6DA24A0F37F9}" presName="background" presStyleLbl="node0" presStyleIdx="0" presStyleCnt="2"/>
      <dgm:spPr/>
    </dgm:pt>
    <dgm:pt modelId="{D29D73E2-2D3C-4647-A78D-50229DD62B46}" type="pres">
      <dgm:prSet presAssocID="{E0DB36E2-1F6A-4403-9167-6DA24A0F37F9}" presName="text" presStyleLbl="fgAcc0" presStyleIdx="0" presStyleCnt="2">
        <dgm:presLayoutVars>
          <dgm:chPref val="3"/>
        </dgm:presLayoutVars>
      </dgm:prSet>
      <dgm:spPr/>
    </dgm:pt>
    <dgm:pt modelId="{294B9F86-228B-48F2-83C6-8FD61433141C}" type="pres">
      <dgm:prSet presAssocID="{E0DB36E2-1F6A-4403-9167-6DA24A0F37F9}" presName="hierChild2" presStyleCnt="0"/>
      <dgm:spPr/>
    </dgm:pt>
    <dgm:pt modelId="{F9B2864C-72C7-441F-990D-9BDB6F35A0DD}" type="pres">
      <dgm:prSet presAssocID="{B1022340-8755-4A8B-85C1-0F2AAE5AC9F5}" presName="Name10" presStyleLbl="parChTrans1D2" presStyleIdx="0" presStyleCnt="5"/>
      <dgm:spPr/>
    </dgm:pt>
    <dgm:pt modelId="{C9DAAFEA-7008-4E9A-BE61-24E89B190127}" type="pres">
      <dgm:prSet presAssocID="{541F3FB1-09B7-472C-91F8-B237331F8301}" presName="hierRoot2" presStyleCnt="0"/>
      <dgm:spPr/>
    </dgm:pt>
    <dgm:pt modelId="{EBFCCB38-654E-4621-B37A-BB08AE95F3E5}" type="pres">
      <dgm:prSet presAssocID="{541F3FB1-09B7-472C-91F8-B237331F8301}" presName="composite2" presStyleCnt="0"/>
      <dgm:spPr/>
    </dgm:pt>
    <dgm:pt modelId="{4E87265F-43F1-441B-9AF1-2A9B524C54CB}" type="pres">
      <dgm:prSet presAssocID="{541F3FB1-09B7-472C-91F8-B237331F8301}" presName="background2" presStyleLbl="node2" presStyleIdx="0" presStyleCnt="5"/>
      <dgm:spPr/>
    </dgm:pt>
    <dgm:pt modelId="{FAB57311-7B18-4EE3-8022-665E95503266}" type="pres">
      <dgm:prSet presAssocID="{541F3FB1-09B7-472C-91F8-B237331F8301}" presName="text2" presStyleLbl="fgAcc2" presStyleIdx="0" presStyleCnt="5">
        <dgm:presLayoutVars>
          <dgm:chPref val="3"/>
        </dgm:presLayoutVars>
      </dgm:prSet>
      <dgm:spPr/>
    </dgm:pt>
    <dgm:pt modelId="{6665D5C8-A380-44AF-A0BF-639E715E73CB}" type="pres">
      <dgm:prSet presAssocID="{541F3FB1-09B7-472C-91F8-B237331F8301}" presName="hierChild3" presStyleCnt="0"/>
      <dgm:spPr/>
    </dgm:pt>
    <dgm:pt modelId="{40513932-41D8-498D-AA57-A776E714409E}" type="pres">
      <dgm:prSet presAssocID="{6ED5F267-141A-447E-9F94-6714162231E1}" presName="Name10" presStyleLbl="parChTrans1D2" presStyleIdx="1" presStyleCnt="5"/>
      <dgm:spPr/>
    </dgm:pt>
    <dgm:pt modelId="{7AAD140B-F985-47A7-BD00-DC6665AEA120}" type="pres">
      <dgm:prSet presAssocID="{A9F98F43-4D7E-4869-9252-1D5432C141E8}" presName="hierRoot2" presStyleCnt="0"/>
      <dgm:spPr/>
    </dgm:pt>
    <dgm:pt modelId="{1A4882BD-3BE7-4445-8692-259CD2BEC54D}" type="pres">
      <dgm:prSet presAssocID="{A9F98F43-4D7E-4869-9252-1D5432C141E8}" presName="composite2" presStyleCnt="0"/>
      <dgm:spPr/>
    </dgm:pt>
    <dgm:pt modelId="{064DD3A6-CE92-4BB5-89D3-9E50EF77461E}" type="pres">
      <dgm:prSet presAssocID="{A9F98F43-4D7E-4869-9252-1D5432C141E8}" presName="background2" presStyleLbl="node2" presStyleIdx="1" presStyleCnt="5"/>
      <dgm:spPr/>
    </dgm:pt>
    <dgm:pt modelId="{C73331E6-5144-4B00-AA57-35388C1D208B}" type="pres">
      <dgm:prSet presAssocID="{A9F98F43-4D7E-4869-9252-1D5432C141E8}" presName="text2" presStyleLbl="fgAcc2" presStyleIdx="1" presStyleCnt="5">
        <dgm:presLayoutVars>
          <dgm:chPref val="3"/>
        </dgm:presLayoutVars>
      </dgm:prSet>
      <dgm:spPr/>
    </dgm:pt>
    <dgm:pt modelId="{6E644BAB-E3D7-452D-A442-E74FAA1980A1}" type="pres">
      <dgm:prSet presAssocID="{A9F98F43-4D7E-4869-9252-1D5432C141E8}" presName="hierChild3" presStyleCnt="0"/>
      <dgm:spPr/>
    </dgm:pt>
    <dgm:pt modelId="{E8AA53C9-18E2-4669-8357-0D87F479FF41}" type="pres">
      <dgm:prSet presAssocID="{3475547D-5F99-4F0A-B4ED-56A22C990058}" presName="Name10" presStyleLbl="parChTrans1D2" presStyleIdx="2" presStyleCnt="5"/>
      <dgm:spPr/>
    </dgm:pt>
    <dgm:pt modelId="{36B61BFE-D1B8-4F98-8535-3FD6D1682682}" type="pres">
      <dgm:prSet presAssocID="{D5C8E313-644B-4395-8757-E99AC32D8D71}" presName="hierRoot2" presStyleCnt="0"/>
      <dgm:spPr/>
    </dgm:pt>
    <dgm:pt modelId="{40EAC507-FF99-4E78-A346-FF50ECD9B401}" type="pres">
      <dgm:prSet presAssocID="{D5C8E313-644B-4395-8757-E99AC32D8D71}" presName="composite2" presStyleCnt="0"/>
      <dgm:spPr/>
    </dgm:pt>
    <dgm:pt modelId="{FB269EF1-8044-456A-B6DC-88886AE2F95F}" type="pres">
      <dgm:prSet presAssocID="{D5C8E313-644B-4395-8757-E99AC32D8D71}" presName="background2" presStyleLbl="node2" presStyleIdx="2" presStyleCnt="5"/>
      <dgm:spPr/>
    </dgm:pt>
    <dgm:pt modelId="{6ABBE1B2-00D3-4BF9-A1B9-BF6CAB898017}" type="pres">
      <dgm:prSet presAssocID="{D5C8E313-644B-4395-8757-E99AC32D8D71}" presName="text2" presStyleLbl="fgAcc2" presStyleIdx="2" presStyleCnt="5">
        <dgm:presLayoutVars>
          <dgm:chPref val="3"/>
        </dgm:presLayoutVars>
      </dgm:prSet>
      <dgm:spPr/>
    </dgm:pt>
    <dgm:pt modelId="{4EA9F819-36CE-4061-B334-EE63CDC8027E}" type="pres">
      <dgm:prSet presAssocID="{D5C8E313-644B-4395-8757-E99AC32D8D71}" presName="hierChild3" presStyleCnt="0"/>
      <dgm:spPr/>
    </dgm:pt>
    <dgm:pt modelId="{8155504A-B99D-43F8-AF64-5DB4D9AA1443}" type="pres">
      <dgm:prSet presAssocID="{30678513-91F0-47AD-8EEB-6FD24BFADDE4}" presName="hierRoot1" presStyleCnt="0"/>
      <dgm:spPr/>
    </dgm:pt>
    <dgm:pt modelId="{9C19CAD3-CBA3-4A4E-9847-26E885B3762C}" type="pres">
      <dgm:prSet presAssocID="{30678513-91F0-47AD-8EEB-6FD24BFADDE4}" presName="composite" presStyleCnt="0"/>
      <dgm:spPr/>
    </dgm:pt>
    <dgm:pt modelId="{6A10EF76-212E-4CC4-8790-8AAB8E27DA6F}" type="pres">
      <dgm:prSet presAssocID="{30678513-91F0-47AD-8EEB-6FD24BFADDE4}" presName="background" presStyleLbl="node0" presStyleIdx="1" presStyleCnt="2"/>
      <dgm:spPr/>
    </dgm:pt>
    <dgm:pt modelId="{7001E2EA-F827-4459-BE71-D0D3E48375FD}" type="pres">
      <dgm:prSet presAssocID="{30678513-91F0-47AD-8EEB-6FD24BFADDE4}" presName="text" presStyleLbl="fgAcc0" presStyleIdx="1" presStyleCnt="2">
        <dgm:presLayoutVars>
          <dgm:chPref val="3"/>
        </dgm:presLayoutVars>
      </dgm:prSet>
      <dgm:spPr/>
    </dgm:pt>
    <dgm:pt modelId="{F36C8199-0577-44C2-A54D-3CB3EC28B3F0}" type="pres">
      <dgm:prSet presAssocID="{30678513-91F0-47AD-8EEB-6FD24BFADDE4}" presName="hierChild2" presStyleCnt="0"/>
      <dgm:spPr/>
    </dgm:pt>
    <dgm:pt modelId="{4D5FA45C-C501-46B5-9862-05062DB583BC}" type="pres">
      <dgm:prSet presAssocID="{EC356770-C75E-4B75-A2C3-123F4B4C9509}" presName="Name10" presStyleLbl="parChTrans1D2" presStyleIdx="3" presStyleCnt="5"/>
      <dgm:spPr/>
    </dgm:pt>
    <dgm:pt modelId="{C89B917B-2FA8-437A-9F57-32A2E5419E04}" type="pres">
      <dgm:prSet presAssocID="{B63B5B41-1287-4052-ABAB-E269A7919632}" presName="hierRoot2" presStyleCnt="0"/>
      <dgm:spPr/>
    </dgm:pt>
    <dgm:pt modelId="{DED82F3D-0003-4FBB-9B15-33245C5EE83C}" type="pres">
      <dgm:prSet presAssocID="{B63B5B41-1287-4052-ABAB-E269A7919632}" presName="composite2" presStyleCnt="0"/>
      <dgm:spPr/>
    </dgm:pt>
    <dgm:pt modelId="{F43755D0-99FF-4BD3-BDA1-4ACA171E92E6}" type="pres">
      <dgm:prSet presAssocID="{B63B5B41-1287-4052-ABAB-E269A7919632}" presName="background2" presStyleLbl="node2" presStyleIdx="3" presStyleCnt="5"/>
      <dgm:spPr/>
    </dgm:pt>
    <dgm:pt modelId="{83A62525-6316-40FA-A324-306F9C671B4E}" type="pres">
      <dgm:prSet presAssocID="{B63B5B41-1287-4052-ABAB-E269A7919632}" presName="text2" presStyleLbl="fgAcc2" presStyleIdx="3" presStyleCnt="5">
        <dgm:presLayoutVars>
          <dgm:chPref val="3"/>
        </dgm:presLayoutVars>
      </dgm:prSet>
      <dgm:spPr/>
    </dgm:pt>
    <dgm:pt modelId="{5F63A704-AA4D-4D45-B323-F8C0C2BA6111}" type="pres">
      <dgm:prSet presAssocID="{B63B5B41-1287-4052-ABAB-E269A7919632}" presName="hierChild3" presStyleCnt="0"/>
      <dgm:spPr/>
    </dgm:pt>
    <dgm:pt modelId="{20D315BC-A824-4061-9A60-C224CDC2CED8}" type="pres">
      <dgm:prSet presAssocID="{C05E9607-20C8-420F-8F72-D3A89D894B92}" presName="Name10" presStyleLbl="parChTrans1D2" presStyleIdx="4" presStyleCnt="5"/>
      <dgm:spPr/>
    </dgm:pt>
    <dgm:pt modelId="{E67A8ACD-BFE6-427C-BCFB-EC147268B2D0}" type="pres">
      <dgm:prSet presAssocID="{C25E39F2-71DC-42E7-8F44-A2ADCCC18BDF}" presName="hierRoot2" presStyleCnt="0"/>
      <dgm:spPr/>
    </dgm:pt>
    <dgm:pt modelId="{86C2B0AB-84DF-41B9-BA43-0933B1AC96CD}" type="pres">
      <dgm:prSet presAssocID="{C25E39F2-71DC-42E7-8F44-A2ADCCC18BDF}" presName="composite2" presStyleCnt="0"/>
      <dgm:spPr/>
    </dgm:pt>
    <dgm:pt modelId="{2053F6C8-0AC2-4B75-A172-1CB3A9CBDD2B}" type="pres">
      <dgm:prSet presAssocID="{C25E39F2-71DC-42E7-8F44-A2ADCCC18BDF}" presName="background2" presStyleLbl="node2" presStyleIdx="4" presStyleCnt="5"/>
      <dgm:spPr/>
    </dgm:pt>
    <dgm:pt modelId="{0594383D-8606-4433-96A0-F43E7FECE2ED}" type="pres">
      <dgm:prSet presAssocID="{C25E39F2-71DC-42E7-8F44-A2ADCCC18BDF}" presName="text2" presStyleLbl="fgAcc2" presStyleIdx="4" presStyleCnt="5">
        <dgm:presLayoutVars>
          <dgm:chPref val="3"/>
        </dgm:presLayoutVars>
      </dgm:prSet>
      <dgm:spPr/>
    </dgm:pt>
    <dgm:pt modelId="{E7BB50AA-1B00-49F3-A3D5-585F77590ADD}" type="pres">
      <dgm:prSet presAssocID="{C25E39F2-71DC-42E7-8F44-A2ADCCC18BDF}" presName="hierChild3" presStyleCnt="0"/>
      <dgm:spPr/>
    </dgm:pt>
  </dgm:ptLst>
  <dgm:cxnLst>
    <dgm:cxn modelId="{BBDD0400-CFED-4A25-B38B-DAAECEC2EE21}" srcId="{30678513-91F0-47AD-8EEB-6FD24BFADDE4}" destId="{B63B5B41-1287-4052-ABAB-E269A7919632}" srcOrd="0" destOrd="0" parTransId="{EC356770-C75E-4B75-A2C3-123F4B4C9509}" sibTransId="{D769903E-5F43-4113-930D-F30B9FBCE658}"/>
    <dgm:cxn modelId="{2E565027-EE11-4D6C-8901-5EB6A83D14DB}" type="presOf" srcId="{C25E39F2-71DC-42E7-8F44-A2ADCCC18BDF}" destId="{0594383D-8606-4433-96A0-F43E7FECE2ED}" srcOrd="0" destOrd="0" presId="urn:microsoft.com/office/officeart/2005/8/layout/hierarchy1"/>
    <dgm:cxn modelId="{15401436-A6F0-4671-B062-54148D0FF864}" type="presOf" srcId="{6ED5F267-141A-447E-9F94-6714162231E1}" destId="{40513932-41D8-498D-AA57-A776E714409E}" srcOrd="0" destOrd="0" presId="urn:microsoft.com/office/officeart/2005/8/layout/hierarchy1"/>
    <dgm:cxn modelId="{8830A43C-C0D1-40C4-81BD-58EA414E95DD}" type="presOf" srcId="{EC356770-C75E-4B75-A2C3-123F4B4C9509}" destId="{4D5FA45C-C501-46B5-9862-05062DB583BC}" srcOrd="0" destOrd="0" presId="urn:microsoft.com/office/officeart/2005/8/layout/hierarchy1"/>
    <dgm:cxn modelId="{B6434040-3C4C-49B5-A555-3586CBFC0E3F}" type="presOf" srcId="{C05E9607-20C8-420F-8F72-D3A89D894B92}" destId="{20D315BC-A824-4061-9A60-C224CDC2CED8}" srcOrd="0" destOrd="0" presId="urn:microsoft.com/office/officeart/2005/8/layout/hierarchy1"/>
    <dgm:cxn modelId="{FC777760-0ED3-4A65-863F-B493244F8696}" type="presOf" srcId="{541F3FB1-09B7-472C-91F8-B237331F8301}" destId="{FAB57311-7B18-4EE3-8022-665E95503266}" srcOrd="0" destOrd="0" presId="urn:microsoft.com/office/officeart/2005/8/layout/hierarchy1"/>
    <dgm:cxn modelId="{B38AC860-B9F7-4EDB-B300-909F881AE867}" type="presOf" srcId="{D5C8E313-644B-4395-8757-E99AC32D8D71}" destId="{6ABBE1B2-00D3-4BF9-A1B9-BF6CAB898017}" srcOrd="0" destOrd="0" presId="urn:microsoft.com/office/officeart/2005/8/layout/hierarchy1"/>
    <dgm:cxn modelId="{2EE01B72-83C6-47D2-892C-44948C410EDE}" srcId="{30678513-91F0-47AD-8EEB-6FD24BFADDE4}" destId="{C25E39F2-71DC-42E7-8F44-A2ADCCC18BDF}" srcOrd="1" destOrd="0" parTransId="{C05E9607-20C8-420F-8F72-D3A89D894B92}" sibTransId="{A5908AC9-9BF0-42F7-B29B-1CD42941AA3B}"/>
    <dgm:cxn modelId="{BBD9A675-D7E4-48A9-BAE5-8011BB16D8B7}" srcId="{E0DB36E2-1F6A-4403-9167-6DA24A0F37F9}" destId="{A9F98F43-4D7E-4869-9252-1D5432C141E8}" srcOrd="1" destOrd="0" parTransId="{6ED5F267-141A-447E-9F94-6714162231E1}" sibTransId="{5948E56E-4208-438B-8050-004F9FFCCC90}"/>
    <dgm:cxn modelId="{C15B3176-9DCC-4199-8466-BEE84F60A036}" srcId="{E0DB36E2-1F6A-4403-9167-6DA24A0F37F9}" destId="{541F3FB1-09B7-472C-91F8-B237331F8301}" srcOrd="0" destOrd="0" parTransId="{B1022340-8755-4A8B-85C1-0F2AAE5AC9F5}" sibTransId="{35A19558-C555-4241-BAA5-3798EA0AD018}"/>
    <dgm:cxn modelId="{D9C64F57-6FF5-475C-A656-75F8FACE7F19}" type="presOf" srcId="{B481F7E0-2BBD-4195-9995-8258CCA80892}" destId="{D43E0E24-6BF2-48DB-BC84-195F1D33FF0D}" srcOrd="0" destOrd="0" presId="urn:microsoft.com/office/officeart/2005/8/layout/hierarchy1"/>
    <dgm:cxn modelId="{4D660F7C-8606-437F-BFD1-B18926D38F55}" srcId="{B481F7E0-2BBD-4195-9995-8258CCA80892}" destId="{30678513-91F0-47AD-8EEB-6FD24BFADDE4}" srcOrd="1" destOrd="0" parTransId="{AB952AE8-B7E1-4839-94D2-F6E4F54A2FCF}" sibTransId="{6BFD8A91-CC98-40AF-9DAB-4903535D6F21}"/>
    <dgm:cxn modelId="{34384080-2CE7-4D47-A415-491555FF32ED}" type="presOf" srcId="{3475547D-5F99-4F0A-B4ED-56A22C990058}" destId="{E8AA53C9-18E2-4669-8357-0D87F479FF41}" srcOrd="0" destOrd="0" presId="urn:microsoft.com/office/officeart/2005/8/layout/hierarchy1"/>
    <dgm:cxn modelId="{DBDF998F-773D-4585-A0CF-A27158DBD37A}" type="presOf" srcId="{B63B5B41-1287-4052-ABAB-E269A7919632}" destId="{83A62525-6316-40FA-A324-306F9C671B4E}" srcOrd="0" destOrd="0" presId="urn:microsoft.com/office/officeart/2005/8/layout/hierarchy1"/>
    <dgm:cxn modelId="{1921E29D-1650-4088-8F43-DE6DF629FF2C}" type="presOf" srcId="{A9F98F43-4D7E-4869-9252-1D5432C141E8}" destId="{C73331E6-5144-4B00-AA57-35388C1D208B}" srcOrd="0" destOrd="0" presId="urn:microsoft.com/office/officeart/2005/8/layout/hierarchy1"/>
    <dgm:cxn modelId="{8C7521B3-7C7C-48F4-9986-49D1FEEDD5DB}" type="presOf" srcId="{E0DB36E2-1F6A-4403-9167-6DA24A0F37F9}" destId="{D29D73E2-2D3C-4647-A78D-50229DD62B46}" srcOrd="0" destOrd="0" presId="urn:microsoft.com/office/officeart/2005/8/layout/hierarchy1"/>
    <dgm:cxn modelId="{A55503BA-DA56-4794-A0E1-EE8D65B9B14A}" srcId="{B481F7E0-2BBD-4195-9995-8258CCA80892}" destId="{E0DB36E2-1F6A-4403-9167-6DA24A0F37F9}" srcOrd="0" destOrd="0" parTransId="{FF5DB9A7-9BD6-443B-AA7D-66279C22B60B}" sibTransId="{184877E1-EB44-4DDC-AAA6-CC812FCBE64C}"/>
    <dgm:cxn modelId="{224BFEBF-AC8D-44AD-A5EA-AAF80D60C7B2}" srcId="{E0DB36E2-1F6A-4403-9167-6DA24A0F37F9}" destId="{D5C8E313-644B-4395-8757-E99AC32D8D71}" srcOrd="2" destOrd="0" parTransId="{3475547D-5F99-4F0A-B4ED-56A22C990058}" sibTransId="{40C63A92-94E5-40EA-ADB8-4FFC8BB67346}"/>
    <dgm:cxn modelId="{C21EF4E5-AE5B-41FA-95B0-2BF64AB6762E}" type="presOf" srcId="{B1022340-8755-4A8B-85C1-0F2AAE5AC9F5}" destId="{F9B2864C-72C7-441F-990D-9BDB6F35A0DD}" srcOrd="0" destOrd="0" presId="urn:microsoft.com/office/officeart/2005/8/layout/hierarchy1"/>
    <dgm:cxn modelId="{8CB14BF8-474F-485C-A439-04222F3C9A8B}" type="presOf" srcId="{30678513-91F0-47AD-8EEB-6FD24BFADDE4}" destId="{7001E2EA-F827-4459-BE71-D0D3E48375FD}" srcOrd="0" destOrd="0" presId="urn:microsoft.com/office/officeart/2005/8/layout/hierarchy1"/>
    <dgm:cxn modelId="{3A785334-98AF-4C0C-B776-73AA598194CB}" type="presParOf" srcId="{D43E0E24-6BF2-48DB-BC84-195F1D33FF0D}" destId="{46672B0A-3C85-4734-A9EB-6B20BC13385A}" srcOrd="0" destOrd="0" presId="urn:microsoft.com/office/officeart/2005/8/layout/hierarchy1"/>
    <dgm:cxn modelId="{5DC846F9-2BB4-4286-AFFC-496FC3E47F63}" type="presParOf" srcId="{46672B0A-3C85-4734-A9EB-6B20BC13385A}" destId="{E9824E25-5592-404C-A56D-174B84D74762}" srcOrd="0" destOrd="0" presId="urn:microsoft.com/office/officeart/2005/8/layout/hierarchy1"/>
    <dgm:cxn modelId="{B604FC40-C235-4042-9A49-F2DC1FC4D4CD}" type="presParOf" srcId="{E9824E25-5592-404C-A56D-174B84D74762}" destId="{CE6AF1F5-B886-46B0-A02E-C74ECDA6B88B}" srcOrd="0" destOrd="0" presId="urn:microsoft.com/office/officeart/2005/8/layout/hierarchy1"/>
    <dgm:cxn modelId="{46F6EF5A-7924-4A53-B87E-85438E5545A8}" type="presParOf" srcId="{E9824E25-5592-404C-A56D-174B84D74762}" destId="{D29D73E2-2D3C-4647-A78D-50229DD62B46}" srcOrd="1" destOrd="0" presId="urn:microsoft.com/office/officeart/2005/8/layout/hierarchy1"/>
    <dgm:cxn modelId="{93C5E532-CB9A-4E8C-928A-78155195400E}" type="presParOf" srcId="{46672B0A-3C85-4734-A9EB-6B20BC13385A}" destId="{294B9F86-228B-48F2-83C6-8FD61433141C}" srcOrd="1" destOrd="0" presId="urn:microsoft.com/office/officeart/2005/8/layout/hierarchy1"/>
    <dgm:cxn modelId="{5D2F13BA-BD27-48AD-8679-2404081C93A7}" type="presParOf" srcId="{294B9F86-228B-48F2-83C6-8FD61433141C}" destId="{F9B2864C-72C7-441F-990D-9BDB6F35A0DD}" srcOrd="0" destOrd="0" presId="urn:microsoft.com/office/officeart/2005/8/layout/hierarchy1"/>
    <dgm:cxn modelId="{6C4B7B53-C177-49B8-BF9D-959895927110}" type="presParOf" srcId="{294B9F86-228B-48F2-83C6-8FD61433141C}" destId="{C9DAAFEA-7008-4E9A-BE61-24E89B190127}" srcOrd="1" destOrd="0" presId="urn:microsoft.com/office/officeart/2005/8/layout/hierarchy1"/>
    <dgm:cxn modelId="{462166F6-1898-4754-8F62-32C4D17BEE3A}" type="presParOf" srcId="{C9DAAFEA-7008-4E9A-BE61-24E89B190127}" destId="{EBFCCB38-654E-4621-B37A-BB08AE95F3E5}" srcOrd="0" destOrd="0" presId="urn:microsoft.com/office/officeart/2005/8/layout/hierarchy1"/>
    <dgm:cxn modelId="{2E7973F7-99F2-4AD7-9572-E6E3E54E4B1B}" type="presParOf" srcId="{EBFCCB38-654E-4621-B37A-BB08AE95F3E5}" destId="{4E87265F-43F1-441B-9AF1-2A9B524C54CB}" srcOrd="0" destOrd="0" presId="urn:microsoft.com/office/officeart/2005/8/layout/hierarchy1"/>
    <dgm:cxn modelId="{E3723FD2-6962-402D-BDCF-259C9AF2846C}" type="presParOf" srcId="{EBFCCB38-654E-4621-B37A-BB08AE95F3E5}" destId="{FAB57311-7B18-4EE3-8022-665E95503266}" srcOrd="1" destOrd="0" presId="urn:microsoft.com/office/officeart/2005/8/layout/hierarchy1"/>
    <dgm:cxn modelId="{E8DF0D34-3DF9-47AF-802A-1A16A3E50CD1}" type="presParOf" srcId="{C9DAAFEA-7008-4E9A-BE61-24E89B190127}" destId="{6665D5C8-A380-44AF-A0BF-639E715E73CB}" srcOrd="1" destOrd="0" presId="urn:microsoft.com/office/officeart/2005/8/layout/hierarchy1"/>
    <dgm:cxn modelId="{00D53BA6-C42F-45DA-B2AB-6F9D0E5E4EE5}" type="presParOf" srcId="{294B9F86-228B-48F2-83C6-8FD61433141C}" destId="{40513932-41D8-498D-AA57-A776E714409E}" srcOrd="2" destOrd="0" presId="urn:microsoft.com/office/officeart/2005/8/layout/hierarchy1"/>
    <dgm:cxn modelId="{1037AD7A-7A1D-47D1-860E-A298A66358C6}" type="presParOf" srcId="{294B9F86-228B-48F2-83C6-8FD61433141C}" destId="{7AAD140B-F985-47A7-BD00-DC6665AEA120}" srcOrd="3" destOrd="0" presId="urn:microsoft.com/office/officeart/2005/8/layout/hierarchy1"/>
    <dgm:cxn modelId="{C720A77A-F966-4252-BAD3-8E2BA07B918B}" type="presParOf" srcId="{7AAD140B-F985-47A7-BD00-DC6665AEA120}" destId="{1A4882BD-3BE7-4445-8692-259CD2BEC54D}" srcOrd="0" destOrd="0" presId="urn:microsoft.com/office/officeart/2005/8/layout/hierarchy1"/>
    <dgm:cxn modelId="{48E03728-63F0-4A95-9B2A-3619DD76CFF4}" type="presParOf" srcId="{1A4882BD-3BE7-4445-8692-259CD2BEC54D}" destId="{064DD3A6-CE92-4BB5-89D3-9E50EF77461E}" srcOrd="0" destOrd="0" presId="urn:microsoft.com/office/officeart/2005/8/layout/hierarchy1"/>
    <dgm:cxn modelId="{152CA66E-C9FF-488B-A6ED-A277EAD22A85}" type="presParOf" srcId="{1A4882BD-3BE7-4445-8692-259CD2BEC54D}" destId="{C73331E6-5144-4B00-AA57-35388C1D208B}" srcOrd="1" destOrd="0" presId="urn:microsoft.com/office/officeart/2005/8/layout/hierarchy1"/>
    <dgm:cxn modelId="{2C0E7F20-E82F-4BDA-A354-72F96993ACAB}" type="presParOf" srcId="{7AAD140B-F985-47A7-BD00-DC6665AEA120}" destId="{6E644BAB-E3D7-452D-A442-E74FAA1980A1}" srcOrd="1" destOrd="0" presId="urn:microsoft.com/office/officeart/2005/8/layout/hierarchy1"/>
    <dgm:cxn modelId="{BC4CB9CA-A73A-40D0-BB86-F045047E50F7}" type="presParOf" srcId="{294B9F86-228B-48F2-83C6-8FD61433141C}" destId="{E8AA53C9-18E2-4669-8357-0D87F479FF41}" srcOrd="4" destOrd="0" presId="urn:microsoft.com/office/officeart/2005/8/layout/hierarchy1"/>
    <dgm:cxn modelId="{4A9BC766-6472-4605-B4A2-8AF542A030A0}" type="presParOf" srcId="{294B9F86-228B-48F2-83C6-8FD61433141C}" destId="{36B61BFE-D1B8-4F98-8535-3FD6D1682682}" srcOrd="5" destOrd="0" presId="urn:microsoft.com/office/officeart/2005/8/layout/hierarchy1"/>
    <dgm:cxn modelId="{8F9EB9FC-548A-4388-98F6-2A4C678C31D0}" type="presParOf" srcId="{36B61BFE-D1B8-4F98-8535-3FD6D1682682}" destId="{40EAC507-FF99-4E78-A346-FF50ECD9B401}" srcOrd="0" destOrd="0" presId="urn:microsoft.com/office/officeart/2005/8/layout/hierarchy1"/>
    <dgm:cxn modelId="{6DBCCEE3-7843-42A2-B436-72C41BF065B5}" type="presParOf" srcId="{40EAC507-FF99-4E78-A346-FF50ECD9B401}" destId="{FB269EF1-8044-456A-B6DC-88886AE2F95F}" srcOrd="0" destOrd="0" presId="urn:microsoft.com/office/officeart/2005/8/layout/hierarchy1"/>
    <dgm:cxn modelId="{067AB7AF-64B3-4470-BCCD-9C4E02B81774}" type="presParOf" srcId="{40EAC507-FF99-4E78-A346-FF50ECD9B401}" destId="{6ABBE1B2-00D3-4BF9-A1B9-BF6CAB898017}" srcOrd="1" destOrd="0" presId="urn:microsoft.com/office/officeart/2005/8/layout/hierarchy1"/>
    <dgm:cxn modelId="{29838689-D00E-4ECC-9C5F-B77C5F1068CF}" type="presParOf" srcId="{36B61BFE-D1B8-4F98-8535-3FD6D1682682}" destId="{4EA9F819-36CE-4061-B334-EE63CDC8027E}" srcOrd="1" destOrd="0" presId="urn:microsoft.com/office/officeart/2005/8/layout/hierarchy1"/>
    <dgm:cxn modelId="{DA3BBE19-6908-4A2C-8B59-7423EB554F55}" type="presParOf" srcId="{D43E0E24-6BF2-48DB-BC84-195F1D33FF0D}" destId="{8155504A-B99D-43F8-AF64-5DB4D9AA1443}" srcOrd="1" destOrd="0" presId="urn:microsoft.com/office/officeart/2005/8/layout/hierarchy1"/>
    <dgm:cxn modelId="{2248DD03-22B8-4CCD-BA7A-C9830B7E80E3}" type="presParOf" srcId="{8155504A-B99D-43F8-AF64-5DB4D9AA1443}" destId="{9C19CAD3-CBA3-4A4E-9847-26E885B3762C}" srcOrd="0" destOrd="0" presId="urn:microsoft.com/office/officeart/2005/8/layout/hierarchy1"/>
    <dgm:cxn modelId="{E202325A-61A7-4B0B-82C2-87D04CF4983F}" type="presParOf" srcId="{9C19CAD3-CBA3-4A4E-9847-26E885B3762C}" destId="{6A10EF76-212E-4CC4-8790-8AAB8E27DA6F}" srcOrd="0" destOrd="0" presId="urn:microsoft.com/office/officeart/2005/8/layout/hierarchy1"/>
    <dgm:cxn modelId="{F6560DDC-DFA2-4D58-BDCE-9CBC2D8D3004}" type="presParOf" srcId="{9C19CAD3-CBA3-4A4E-9847-26E885B3762C}" destId="{7001E2EA-F827-4459-BE71-D0D3E48375FD}" srcOrd="1" destOrd="0" presId="urn:microsoft.com/office/officeart/2005/8/layout/hierarchy1"/>
    <dgm:cxn modelId="{A60D0D99-3453-4756-BA50-B746E07DA18B}" type="presParOf" srcId="{8155504A-B99D-43F8-AF64-5DB4D9AA1443}" destId="{F36C8199-0577-44C2-A54D-3CB3EC28B3F0}" srcOrd="1" destOrd="0" presId="urn:microsoft.com/office/officeart/2005/8/layout/hierarchy1"/>
    <dgm:cxn modelId="{9B58D76F-78F7-47CA-95DD-7FDD66E6A8E8}" type="presParOf" srcId="{F36C8199-0577-44C2-A54D-3CB3EC28B3F0}" destId="{4D5FA45C-C501-46B5-9862-05062DB583BC}" srcOrd="0" destOrd="0" presId="urn:microsoft.com/office/officeart/2005/8/layout/hierarchy1"/>
    <dgm:cxn modelId="{9D72D28B-4BE4-4DD7-A334-6385385AA6DF}" type="presParOf" srcId="{F36C8199-0577-44C2-A54D-3CB3EC28B3F0}" destId="{C89B917B-2FA8-437A-9F57-32A2E5419E04}" srcOrd="1" destOrd="0" presId="urn:microsoft.com/office/officeart/2005/8/layout/hierarchy1"/>
    <dgm:cxn modelId="{B7F047C5-F48D-4FC1-80E6-5E8EEF6FCD90}" type="presParOf" srcId="{C89B917B-2FA8-437A-9F57-32A2E5419E04}" destId="{DED82F3D-0003-4FBB-9B15-33245C5EE83C}" srcOrd="0" destOrd="0" presId="urn:microsoft.com/office/officeart/2005/8/layout/hierarchy1"/>
    <dgm:cxn modelId="{14F953AE-8156-4F69-9F4E-BD36D1ACF2B1}" type="presParOf" srcId="{DED82F3D-0003-4FBB-9B15-33245C5EE83C}" destId="{F43755D0-99FF-4BD3-BDA1-4ACA171E92E6}" srcOrd="0" destOrd="0" presId="urn:microsoft.com/office/officeart/2005/8/layout/hierarchy1"/>
    <dgm:cxn modelId="{9FE6FD38-F112-4AE7-BE0F-318181C26E93}" type="presParOf" srcId="{DED82F3D-0003-4FBB-9B15-33245C5EE83C}" destId="{83A62525-6316-40FA-A324-306F9C671B4E}" srcOrd="1" destOrd="0" presId="urn:microsoft.com/office/officeart/2005/8/layout/hierarchy1"/>
    <dgm:cxn modelId="{B2F689B4-CB70-4D72-A6B5-5EF43D9400C1}" type="presParOf" srcId="{C89B917B-2FA8-437A-9F57-32A2E5419E04}" destId="{5F63A704-AA4D-4D45-B323-F8C0C2BA6111}" srcOrd="1" destOrd="0" presId="urn:microsoft.com/office/officeart/2005/8/layout/hierarchy1"/>
    <dgm:cxn modelId="{FA148962-CD28-45FA-91AB-DF0CF2E91BAE}" type="presParOf" srcId="{F36C8199-0577-44C2-A54D-3CB3EC28B3F0}" destId="{20D315BC-A824-4061-9A60-C224CDC2CED8}" srcOrd="2" destOrd="0" presId="urn:microsoft.com/office/officeart/2005/8/layout/hierarchy1"/>
    <dgm:cxn modelId="{021A144B-4697-498D-A1BB-7BAB89DB4D35}" type="presParOf" srcId="{F36C8199-0577-44C2-A54D-3CB3EC28B3F0}" destId="{E67A8ACD-BFE6-427C-BCFB-EC147268B2D0}" srcOrd="3" destOrd="0" presId="urn:microsoft.com/office/officeart/2005/8/layout/hierarchy1"/>
    <dgm:cxn modelId="{A88CA106-8A9B-4E6F-966D-A287B20871D3}" type="presParOf" srcId="{E67A8ACD-BFE6-427C-BCFB-EC147268B2D0}" destId="{86C2B0AB-84DF-41B9-BA43-0933B1AC96CD}" srcOrd="0" destOrd="0" presId="urn:microsoft.com/office/officeart/2005/8/layout/hierarchy1"/>
    <dgm:cxn modelId="{5A35F455-595A-4AE6-B1F7-D411B2AAAC8D}" type="presParOf" srcId="{86C2B0AB-84DF-41B9-BA43-0933B1AC96CD}" destId="{2053F6C8-0AC2-4B75-A172-1CB3A9CBDD2B}" srcOrd="0" destOrd="0" presId="urn:microsoft.com/office/officeart/2005/8/layout/hierarchy1"/>
    <dgm:cxn modelId="{537C3D78-5C9B-468F-ABD1-8C131765E200}" type="presParOf" srcId="{86C2B0AB-84DF-41B9-BA43-0933B1AC96CD}" destId="{0594383D-8606-4433-96A0-F43E7FECE2ED}" srcOrd="1" destOrd="0" presId="urn:microsoft.com/office/officeart/2005/8/layout/hierarchy1"/>
    <dgm:cxn modelId="{9A45851C-274F-4F5E-AA92-CD8AD4FA4E31}" type="presParOf" srcId="{E67A8ACD-BFE6-427C-BCFB-EC147268B2D0}" destId="{E7BB50AA-1B00-49F3-A3D5-585F77590AD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315BC-A824-4061-9A60-C224CDC2CED8}">
      <dsp:nvSpPr>
        <dsp:cNvPr id="0" name=""/>
        <dsp:cNvSpPr/>
      </dsp:nvSpPr>
      <dsp:spPr>
        <a:xfrm>
          <a:off x="9301559" y="2205113"/>
          <a:ext cx="1189223" cy="565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5686"/>
              </a:lnTo>
              <a:lnTo>
                <a:pt x="1189223" y="385686"/>
              </a:lnTo>
              <a:lnTo>
                <a:pt x="1189223" y="565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5FA45C-C501-46B5-9862-05062DB583BC}">
      <dsp:nvSpPr>
        <dsp:cNvPr id="0" name=""/>
        <dsp:cNvSpPr/>
      </dsp:nvSpPr>
      <dsp:spPr>
        <a:xfrm>
          <a:off x="8112335" y="2205113"/>
          <a:ext cx="1189223" cy="565962"/>
        </a:xfrm>
        <a:custGeom>
          <a:avLst/>
          <a:gdLst/>
          <a:ahLst/>
          <a:cxnLst/>
          <a:rect l="0" t="0" r="0" b="0"/>
          <a:pathLst>
            <a:path>
              <a:moveTo>
                <a:pt x="1189223" y="0"/>
              </a:moveTo>
              <a:lnTo>
                <a:pt x="1189223" y="385686"/>
              </a:lnTo>
              <a:lnTo>
                <a:pt x="0" y="385686"/>
              </a:lnTo>
              <a:lnTo>
                <a:pt x="0" y="565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AA53C9-18E2-4669-8357-0D87F479FF41}">
      <dsp:nvSpPr>
        <dsp:cNvPr id="0" name=""/>
        <dsp:cNvSpPr/>
      </dsp:nvSpPr>
      <dsp:spPr>
        <a:xfrm>
          <a:off x="3355441" y="2205113"/>
          <a:ext cx="2378447" cy="565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5686"/>
              </a:lnTo>
              <a:lnTo>
                <a:pt x="2378447" y="385686"/>
              </a:lnTo>
              <a:lnTo>
                <a:pt x="2378447" y="565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513932-41D8-498D-AA57-A776E714409E}">
      <dsp:nvSpPr>
        <dsp:cNvPr id="0" name=""/>
        <dsp:cNvSpPr/>
      </dsp:nvSpPr>
      <dsp:spPr>
        <a:xfrm>
          <a:off x="3309721" y="2205113"/>
          <a:ext cx="91440" cy="5659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65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B2864C-72C7-441F-990D-9BDB6F35A0DD}">
      <dsp:nvSpPr>
        <dsp:cNvPr id="0" name=""/>
        <dsp:cNvSpPr/>
      </dsp:nvSpPr>
      <dsp:spPr>
        <a:xfrm>
          <a:off x="976994" y="2205113"/>
          <a:ext cx="2378447" cy="565962"/>
        </a:xfrm>
        <a:custGeom>
          <a:avLst/>
          <a:gdLst/>
          <a:ahLst/>
          <a:cxnLst/>
          <a:rect l="0" t="0" r="0" b="0"/>
          <a:pathLst>
            <a:path>
              <a:moveTo>
                <a:pt x="2378447" y="0"/>
              </a:moveTo>
              <a:lnTo>
                <a:pt x="2378447" y="385686"/>
              </a:lnTo>
              <a:lnTo>
                <a:pt x="0" y="385686"/>
              </a:lnTo>
              <a:lnTo>
                <a:pt x="0" y="5659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AF1F5-B886-46B0-A02E-C74ECDA6B88B}">
      <dsp:nvSpPr>
        <dsp:cNvPr id="0" name=""/>
        <dsp:cNvSpPr/>
      </dsp:nvSpPr>
      <dsp:spPr>
        <a:xfrm>
          <a:off x="2382440" y="969401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29D73E2-2D3C-4647-A78D-50229DD62B46}">
      <dsp:nvSpPr>
        <dsp:cNvPr id="0" name=""/>
        <dsp:cNvSpPr/>
      </dsp:nvSpPr>
      <dsp:spPr>
        <a:xfrm>
          <a:off x="2598663" y="1174813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kern="1200" dirty="0"/>
            <a:t>Model Performance Evaluation</a:t>
          </a:r>
          <a:endParaRPr lang="en-US" sz="1900" kern="1200" dirty="0"/>
        </a:p>
      </dsp:txBody>
      <dsp:txXfrm>
        <a:off x="2634856" y="1211006"/>
        <a:ext cx="1873616" cy="1163325"/>
      </dsp:txXfrm>
    </dsp:sp>
    <dsp:sp modelId="{4E87265F-43F1-441B-9AF1-2A9B524C54CB}">
      <dsp:nvSpPr>
        <dsp:cNvPr id="0" name=""/>
        <dsp:cNvSpPr/>
      </dsp:nvSpPr>
      <dsp:spPr>
        <a:xfrm>
          <a:off x="3993" y="2771075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AB57311-7B18-4EE3-8022-665E95503266}">
      <dsp:nvSpPr>
        <dsp:cNvPr id="0" name=""/>
        <dsp:cNvSpPr/>
      </dsp:nvSpPr>
      <dsp:spPr>
        <a:xfrm>
          <a:off x="220216" y="2976486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Simplification Accuracy &amp; Readability Score</a:t>
          </a:r>
        </a:p>
      </dsp:txBody>
      <dsp:txXfrm>
        <a:off x="256409" y="3012679"/>
        <a:ext cx="1873616" cy="1163325"/>
      </dsp:txXfrm>
    </dsp:sp>
    <dsp:sp modelId="{064DD3A6-CE92-4BB5-89D3-9E50EF77461E}">
      <dsp:nvSpPr>
        <dsp:cNvPr id="0" name=""/>
        <dsp:cNvSpPr/>
      </dsp:nvSpPr>
      <dsp:spPr>
        <a:xfrm>
          <a:off x="2382440" y="2771075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73331E6-5144-4B00-AA57-35388C1D208B}">
      <dsp:nvSpPr>
        <dsp:cNvPr id="0" name=""/>
        <dsp:cNvSpPr/>
      </dsp:nvSpPr>
      <dsp:spPr>
        <a:xfrm>
          <a:off x="2598663" y="2976486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Summarization Precision &amp; Recall</a:t>
          </a:r>
        </a:p>
      </dsp:txBody>
      <dsp:txXfrm>
        <a:off x="2634856" y="3012679"/>
        <a:ext cx="1873616" cy="1163325"/>
      </dsp:txXfrm>
    </dsp:sp>
    <dsp:sp modelId="{FB269EF1-8044-456A-B6DC-88886AE2F95F}">
      <dsp:nvSpPr>
        <dsp:cNvPr id="0" name=""/>
        <dsp:cNvSpPr/>
      </dsp:nvSpPr>
      <dsp:spPr>
        <a:xfrm>
          <a:off x="4760887" y="2771075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ABBE1B2-00D3-4BF9-A1B9-BF6CAB898017}">
      <dsp:nvSpPr>
        <dsp:cNvPr id="0" name=""/>
        <dsp:cNvSpPr/>
      </dsp:nvSpPr>
      <dsp:spPr>
        <a:xfrm>
          <a:off x="4977110" y="2976486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Emotion Detection Accuracy</a:t>
          </a:r>
        </a:p>
      </dsp:txBody>
      <dsp:txXfrm>
        <a:off x="5013303" y="3012679"/>
        <a:ext cx="1873616" cy="1163325"/>
      </dsp:txXfrm>
    </dsp:sp>
    <dsp:sp modelId="{6A10EF76-212E-4CC4-8790-8AAB8E27DA6F}">
      <dsp:nvSpPr>
        <dsp:cNvPr id="0" name=""/>
        <dsp:cNvSpPr/>
      </dsp:nvSpPr>
      <dsp:spPr>
        <a:xfrm>
          <a:off x="8328558" y="969401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01E2EA-F827-4459-BE71-D0D3E48375FD}">
      <dsp:nvSpPr>
        <dsp:cNvPr id="0" name=""/>
        <dsp:cNvSpPr/>
      </dsp:nvSpPr>
      <dsp:spPr>
        <a:xfrm>
          <a:off x="8544780" y="1174813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900" kern="1200" dirty="0"/>
            <a:t>Expected Success Criteria</a:t>
          </a:r>
          <a:endParaRPr lang="en-US" sz="1900" kern="1200" dirty="0"/>
        </a:p>
      </dsp:txBody>
      <dsp:txXfrm>
        <a:off x="8580973" y="1211006"/>
        <a:ext cx="1873616" cy="1163325"/>
      </dsp:txXfrm>
    </dsp:sp>
    <dsp:sp modelId="{F43755D0-99FF-4BD3-BDA1-4ACA171E92E6}">
      <dsp:nvSpPr>
        <dsp:cNvPr id="0" name=""/>
        <dsp:cNvSpPr/>
      </dsp:nvSpPr>
      <dsp:spPr>
        <a:xfrm>
          <a:off x="7139334" y="2771075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3A62525-6316-40FA-A324-306F9C671B4E}">
      <dsp:nvSpPr>
        <dsp:cNvPr id="0" name=""/>
        <dsp:cNvSpPr/>
      </dsp:nvSpPr>
      <dsp:spPr>
        <a:xfrm>
          <a:off x="7355557" y="2976486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Comprehension Improvement</a:t>
          </a:r>
        </a:p>
      </dsp:txBody>
      <dsp:txXfrm>
        <a:off x="7391750" y="3012679"/>
        <a:ext cx="1873616" cy="1163325"/>
      </dsp:txXfrm>
    </dsp:sp>
    <dsp:sp modelId="{2053F6C8-0AC2-4B75-A172-1CB3A9CBDD2B}">
      <dsp:nvSpPr>
        <dsp:cNvPr id="0" name=""/>
        <dsp:cNvSpPr/>
      </dsp:nvSpPr>
      <dsp:spPr>
        <a:xfrm>
          <a:off x="9517781" y="2771075"/>
          <a:ext cx="1946002" cy="12357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73000"/>
                <a:shade val="100000"/>
                <a:satMod val="150000"/>
              </a:schemeClr>
            </a:gs>
            <a:gs pos="25000">
              <a:schemeClr val="accent1">
                <a:hueOff val="0"/>
                <a:satOff val="0"/>
                <a:lumOff val="0"/>
                <a:alphaOff val="0"/>
                <a:tint val="96000"/>
                <a:shade val="80000"/>
                <a:satMod val="105000"/>
              </a:schemeClr>
            </a:gs>
            <a:gs pos="38000">
              <a:schemeClr val="accent1">
                <a:hueOff val="0"/>
                <a:satOff val="0"/>
                <a:lumOff val="0"/>
                <a:alphaOff val="0"/>
                <a:tint val="96000"/>
                <a:shade val="59000"/>
                <a:satMod val="120000"/>
              </a:schemeClr>
            </a:gs>
            <a:gs pos="55000">
              <a:schemeClr val="accent1">
                <a:hueOff val="0"/>
                <a:satOff val="0"/>
                <a:lumOff val="0"/>
                <a:alphaOff val="0"/>
                <a:tint val="100000"/>
                <a:shade val="57000"/>
                <a:satMod val="12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tint val="100000"/>
                <a:shade val="56000"/>
                <a:satMod val="145000"/>
              </a:schemeClr>
            </a:gs>
            <a:gs pos="88000">
              <a:schemeClr val="accent1">
                <a:hueOff val="0"/>
                <a:satOff val="0"/>
                <a:lumOff val="0"/>
                <a:alphaOff val="0"/>
                <a:tint val="100000"/>
                <a:shade val="630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9000"/>
                <a:shade val="100000"/>
                <a:satMod val="155000"/>
              </a:schemeClr>
            </a:gs>
          </a:gsLst>
          <a:lin ang="5400000" scaled="0"/>
        </a:gradFill>
        <a:ln>
          <a:noFill/>
        </a:ln>
        <a:effectLst>
          <a:glow rad="50800">
            <a:schemeClr val="accent1">
              <a:hueOff val="0"/>
              <a:satOff val="0"/>
              <a:lumOff val="0"/>
              <a:alphaOff val="0"/>
              <a:tint val="68000"/>
              <a:shade val="93000"/>
              <a:alpha val="37000"/>
              <a:satMod val="250000"/>
            </a:schemeClr>
          </a:glow>
        </a:effectLst>
        <a:scene3d>
          <a:camera prst="orthographicFront">
            <a:rot lat="0" lon="0" rev="0"/>
          </a:camera>
          <a:lightRig rig="glow" dir="t">
            <a:rot lat="0" lon="0" rev="1800000"/>
          </a:lightRig>
        </a:scene3d>
        <a:sp3d contourW="10160" prstMaterial="dkEdge">
          <a:bevelT w="20320" h="19050" prst="angle"/>
          <a:contourClr>
            <a:schemeClr val="accent1"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594383D-8606-4433-96A0-F43E7FECE2ED}">
      <dsp:nvSpPr>
        <dsp:cNvPr id="0" name=""/>
        <dsp:cNvSpPr/>
      </dsp:nvSpPr>
      <dsp:spPr>
        <a:xfrm>
          <a:off x="9734004" y="2976486"/>
          <a:ext cx="1946002" cy="12357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glow" dir="tl">
            <a:rot lat="0" lon="0" rev="1800000"/>
          </a:lightRig>
        </a:scene3d>
        <a:sp3d contourW="10160" prstMaterial="dkEdge">
          <a:bevelT w="0" h="0" prst="angle"/>
          <a:contourClr>
            <a:schemeClr val="lt1">
              <a:alpha val="90000"/>
              <a:hueOff val="0"/>
              <a:satOff val="0"/>
              <a:lumOff val="0"/>
              <a:alphaOff val="0"/>
              <a:shade val="30000"/>
              <a:satMod val="150000"/>
            </a:schemeClr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Engagement &amp; Emotional Responsiveness</a:t>
          </a:r>
        </a:p>
      </dsp:txBody>
      <dsp:txXfrm>
        <a:off x="9770197" y="3012679"/>
        <a:ext cx="1873616" cy="1163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9/9/2025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8088" y="764704"/>
            <a:ext cx="5256584" cy="4536504"/>
          </a:xfrm>
        </p:spPr>
        <p:txBody>
          <a:bodyPr>
            <a:normAutofit fontScale="90000"/>
          </a:bodyPr>
          <a:lstStyle/>
          <a:p>
            <a:r>
              <a:rPr lang="en-US" dirty="0"/>
              <a:t>Inclusive Educational Software System: Emotionally Expressive Reading for Children with Disabilities (Blind, Deaf, Cognitive Impairments) 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12224" y="5157192"/>
            <a:ext cx="2905539" cy="79208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25-26J-407</a:t>
            </a:r>
            <a:endParaRPr lang="en-GB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6" name="Picture 2" descr="Europe Greenlights World's First Autonomous AI for Skin Cancer Detection -  Future Medicine AI">
            <a:extLst>
              <a:ext uri="{FF2B5EF4-FFF2-40B4-BE49-F238E27FC236}">
                <a16:creationId xmlns:a16="http://schemas.microsoft.com/office/drawing/2014/main" id="{25DDCB86-751A-4E49-A886-849257F48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9" r="15748"/>
          <a:stretch>
            <a:fillRect/>
          </a:stretch>
        </p:blipFill>
        <p:spPr bwMode="auto">
          <a:xfrm>
            <a:off x="183952" y="312191"/>
            <a:ext cx="6815667" cy="585311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0564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>
            <a:extLst>
              <a:ext uri="{FF2B5EF4-FFF2-40B4-BE49-F238E27FC236}">
                <a16:creationId xmlns:a16="http://schemas.microsoft.com/office/drawing/2014/main" id="{37FE9BC7-78DD-7688-B060-AFA60269D1CA}"/>
              </a:ext>
            </a:extLst>
          </p:cNvPr>
          <p:cNvSpPr txBox="1">
            <a:spLocks/>
          </p:cNvSpPr>
          <p:nvPr/>
        </p:nvSpPr>
        <p:spPr>
          <a:xfrm>
            <a:off x="407368" y="1524735"/>
            <a:ext cx="10363200" cy="1353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solidFill>
                  <a:srgbClr val="002060"/>
                </a:solidFill>
              </a:rPr>
              <a:t>IT22153104  |  ILANGEERAN 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E4B20-6C01-2F2C-0B39-28ED06941EA8}"/>
              </a:ext>
            </a:extLst>
          </p:cNvPr>
          <p:cNvSpPr txBox="1"/>
          <p:nvPr/>
        </p:nvSpPr>
        <p:spPr>
          <a:xfrm>
            <a:off x="3935760" y="3198167"/>
            <a:ext cx="348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Information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A34DB-F1F0-5476-99CD-922BE0FB9FD7}"/>
              </a:ext>
            </a:extLst>
          </p:cNvPr>
          <p:cNvSpPr txBox="1"/>
          <p:nvPr/>
        </p:nvSpPr>
        <p:spPr>
          <a:xfrm>
            <a:off x="601824" y="2451685"/>
            <a:ext cx="10988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Children with </a:t>
            </a:r>
            <a:r>
              <a:rPr lang="en-US" sz="3200" b="1" dirty="0"/>
              <a:t>cognitive impairments</a:t>
            </a:r>
            <a:r>
              <a:rPr lang="en-US" sz="3200" dirty="0"/>
              <a:t> struggle And  Solution</a:t>
            </a: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E9D58-6476-447D-94FA-86000CD8FE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8448" y="128859"/>
            <a:ext cx="2063552" cy="24360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B1BC72F-C324-4377-923B-90298EB0A9E7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 I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927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533D2F-1523-09A4-367B-C9851031828E}"/>
              </a:ext>
            </a:extLst>
          </p:cNvPr>
          <p:cNvSpPr txBox="1"/>
          <p:nvPr/>
        </p:nvSpPr>
        <p:spPr>
          <a:xfrm>
            <a:off x="5519936" y="1301259"/>
            <a:ext cx="667206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</a:rPr>
              <a:t>Problem: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Children with cognitive impairments struggle to understand complex texts due to difficult vocabulary and long sentences.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Existing reading tools lack personalization and emotional engagement, making learning less effective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</a:rPr>
              <a:t>Solution: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Develop an inclusive NLP-based system that simplifies and summarizes text in real time</a:t>
            </a:r>
          </a:p>
          <a:p>
            <a:pPr lvl="1">
              <a:lnSpc>
                <a:spcPct val="90000"/>
              </a:lnSpc>
              <a:spcBef>
                <a:spcPct val="20000"/>
              </a:spcBef>
            </a:pPr>
            <a:r>
              <a:rPr lang="en-US" sz="2000" dirty="0"/>
              <a:t>Integrate emotion-aware storytelling (expressive speech + adaptive content) to enhance comprehension and engagement for children with disabilities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8B413-DC22-441C-A67F-BCB5C58CE69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</a:t>
            </a:r>
            <a:r>
              <a:rPr lang="en-US" dirty="0">
                <a:solidFill>
                  <a:schemeClr val="tx1"/>
                </a:solidFill>
              </a:rPr>
              <a:t> I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A14A8-4A22-44A9-9155-C759DC57B436}"/>
              </a:ext>
            </a:extLst>
          </p:cNvPr>
          <p:cNvSpPr txBox="1"/>
          <p:nvPr/>
        </p:nvSpPr>
        <p:spPr>
          <a:xfrm>
            <a:off x="671736" y="309659"/>
            <a:ext cx="10848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Children with </a:t>
            </a:r>
            <a:r>
              <a:rPr lang="en-US" sz="3200" b="1" dirty="0"/>
              <a:t>cognitive impairments</a:t>
            </a:r>
            <a:r>
              <a:rPr lang="en-US" sz="3200" dirty="0"/>
              <a:t> struggle And Solution</a:t>
            </a:r>
            <a:endParaRPr lang="en-US" sz="3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854832-0952-4973-8EDA-CBD57D10E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7408" y="1556792"/>
            <a:ext cx="4032448" cy="412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0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90F5B18-FEA7-89F2-1E28-3999CA7BF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Compare with Existing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D8059-68AD-4962-8CF4-F9073703AE1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 I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F8D01A-46A4-4546-99FE-92DB27ABE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858173"/>
              </p:ext>
            </p:extLst>
          </p:nvPr>
        </p:nvGraphicFramePr>
        <p:xfrm>
          <a:off x="839416" y="1340768"/>
          <a:ext cx="10513168" cy="4814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9598">
                  <a:extLst>
                    <a:ext uri="{9D8B030D-6E8A-4147-A177-3AD203B41FA5}">
                      <a16:colId xmlns:a16="http://schemas.microsoft.com/office/drawing/2014/main" val="512291493"/>
                    </a:ext>
                  </a:extLst>
                </a:gridCol>
                <a:gridCol w="3881785">
                  <a:extLst>
                    <a:ext uri="{9D8B030D-6E8A-4147-A177-3AD203B41FA5}">
                      <a16:colId xmlns:a16="http://schemas.microsoft.com/office/drawing/2014/main" val="4041413792"/>
                    </a:ext>
                  </a:extLst>
                </a:gridCol>
                <a:gridCol w="3881785">
                  <a:extLst>
                    <a:ext uri="{9D8B030D-6E8A-4147-A177-3AD203B41FA5}">
                      <a16:colId xmlns:a16="http://schemas.microsoft.com/office/drawing/2014/main" val="34555847"/>
                    </a:ext>
                  </a:extLst>
                </a:gridCol>
              </a:tblGrid>
              <a:tr h="498516">
                <a:tc>
                  <a:txBody>
                    <a:bodyPr/>
                    <a:lstStyle/>
                    <a:p>
                      <a:r>
                        <a:rPr lang="en-GB" sz="1600" b="0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="0" dirty="0"/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Our System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247468"/>
                  </a:ext>
                </a:extLst>
              </a:tr>
              <a:tr h="860452">
                <a:tc>
                  <a:txBody>
                    <a:bodyPr/>
                    <a:lstStyle/>
                    <a:p>
                      <a:r>
                        <a:rPr lang="en-GB" b="1" dirty="0"/>
                        <a:t>Focus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standard books or e-books with no adaptation for cognitive impairments.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Simplifies text and summarizes stories to match the child’s comprehension level.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0746919"/>
                  </a:ext>
                </a:extLst>
              </a:tr>
              <a:tr h="585198">
                <a:tc>
                  <a:txBody>
                    <a:bodyPr/>
                    <a:lstStyle/>
                    <a:p>
                      <a:r>
                        <a:rPr lang="en-US" b="1" dirty="0"/>
                        <a:t>Accessibility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Mostly designed for neurotypical learners; lacks accessibility for children with cognitive impairments.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inclusively for children with disabilities (cognitive, visual, hearing) with multi-sensory support (speech + visuals).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9391538"/>
                  </a:ext>
                </a:extLst>
              </a:tr>
              <a:tr h="1106296">
                <a:tc>
                  <a:txBody>
                    <a:bodyPr/>
                    <a:lstStyle/>
                    <a:p>
                      <a:r>
                        <a:rPr lang="en-US" b="1" dirty="0"/>
                        <a:t>Adaptability</a:t>
                      </a:r>
                      <a:endParaRPr lang="en-GB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Static and fixed content; no adjustment during storytelling.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Real-time adaptation: explains more when confusion is detected, adds interactivity if child looks bored.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057110"/>
                  </a:ext>
                </a:extLst>
              </a:tr>
              <a:tr h="1106296">
                <a:tc>
                  <a:txBody>
                    <a:bodyPr/>
                    <a:lstStyle/>
                    <a:p>
                      <a:r>
                        <a:rPr lang="en-GB" b="1" dirty="0"/>
                        <a:t>Learning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Doesn’t improve over time, keeps using the same knowledge.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Learns from user feedback and real cases, so it keeps getting smarter.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066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170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3FFA6C-893C-8CCA-2864-128024BC7FAA}"/>
              </a:ext>
            </a:extLst>
          </p:cNvPr>
          <p:cNvSpPr txBox="1"/>
          <p:nvPr/>
        </p:nvSpPr>
        <p:spPr>
          <a:xfrm>
            <a:off x="189765" y="1105149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Tools &amp; Technologies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64E7F-4EC1-7E2F-0809-B411731DADF2}"/>
              </a:ext>
            </a:extLst>
          </p:cNvPr>
          <p:cNvSpPr txBox="1">
            <a:spLocks/>
          </p:cNvSpPr>
          <p:nvPr/>
        </p:nvSpPr>
        <p:spPr>
          <a:xfrm>
            <a:off x="189765" y="2163708"/>
            <a:ext cx="5090268" cy="358914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Federated learning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700" b="1" dirty="0"/>
              <a:t>FATE</a:t>
            </a:r>
            <a:r>
              <a:rPr lang="en-GB" sz="1700" dirty="0"/>
              <a:t> – Industrial-grade FL platform.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700" b="1" dirty="0" err="1"/>
              <a:t>OpenFL</a:t>
            </a:r>
            <a:r>
              <a:rPr lang="en-GB" sz="1700" dirty="0"/>
              <a:t> – Intel’s healthcare-focused FL framework.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700" b="1" dirty="0"/>
              <a:t>Clara FL </a:t>
            </a:r>
            <a:r>
              <a:rPr lang="en-GB" sz="1700" dirty="0"/>
              <a:t>– NVIDIA’s GPU-accelerated FL for medicine.</a:t>
            </a:r>
          </a:p>
          <a:p>
            <a:pPr lvl="2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700" b="1" dirty="0" err="1"/>
              <a:t>PaddleFL</a:t>
            </a:r>
            <a:r>
              <a:rPr lang="en-GB" sz="1700" dirty="0"/>
              <a:t> – Baidu’s FL toolkit for large-scale apps.</a:t>
            </a:r>
            <a:br>
              <a:rPr lang="en-GB" sz="1700" dirty="0"/>
            </a:br>
            <a:br>
              <a:rPr lang="en-GB" sz="1400" b="1" dirty="0"/>
            </a:br>
            <a:endParaRPr lang="en-US" sz="1400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48B533C-7954-0A8A-490A-9F0BAC90057B}"/>
              </a:ext>
            </a:extLst>
          </p:cNvPr>
          <p:cNvSpPr txBox="1">
            <a:spLocks/>
          </p:cNvSpPr>
          <p:nvPr/>
        </p:nvSpPr>
        <p:spPr>
          <a:xfrm>
            <a:off x="6168008" y="1988840"/>
            <a:ext cx="5503168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dirty="0"/>
              <a:t>Languages</a:t>
            </a:r>
          </a:p>
          <a:p>
            <a:r>
              <a:rPr lang="en-US" dirty="0"/>
              <a:t>Python, Java Script </a:t>
            </a:r>
          </a:p>
          <a:p>
            <a:endParaRPr lang="en-US" dirty="0"/>
          </a:p>
          <a:p>
            <a:pPr marL="0" indent="0">
              <a:buFont typeface="Arial" pitchFamily="34" charset="0"/>
              <a:buNone/>
            </a:pPr>
            <a:r>
              <a:rPr lang="en-US" dirty="0"/>
              <a:t>Storage</a:t>
            </a:r>
          </a:p>
          <a:p>
            <a:r>
              <a:rPr lang="en-US" dirty="0"/>
              <a:t>PSQL, Vector DB </a:t>
            </a:r>
          </a:p>
          <a:p>
            <a:endParaRPr lang="en-US" dirty="0"/>
          </a:p>
        </p:txBody>
      </p:sp>
      <p:pic>
        <p:nvPicPr>
          <p:cNvPr id="9" name="Google Shape;775;p29">
            <a:extLst>
              <a:ext uri="{FF2B5EF4-FFF2-40B4-BE49-F238E27FC236}">
                <a16:creationId xmlns:a16="http://schemas.microsoft.com/office/drawing/2014/main" id="{4ED937C5-056D-BEF2-F01D-41757A339A4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32076" y="3189833"/>
            <a:ext cx="504056" cy="48040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C2DDA-A8B7-87DF-5931-ABFC687088F9}"/>
              </a:ext>
            </a:extLst>
          </p:cNvPr>
          <p:cNvSpPr txBox="1"/>
          <p:nvPr/>
        </p:nvSpPr>
        <p:spPr>
          <a:xfrm>
            <a:off x="189765" y="188640"/>
            <a:ext cx="12386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Children with </a:t>
            </a:r>
            <a:r>
              <a:rPr lang="en-US" sz="3600" b="1" dirty="0"/>
              <a:t>cognitive impairments</a:t>
            </a:r>
            <a:r>
              <a:rPr lang="en-US" sz="3600" dirty="0"/>
              <a:t> struggle And Solution</a:t>
            </a:r>
            <a:endParaRPr lang="en-US" sz="3600" b="1" dirty="0"/>
          </a:p>
          <a:p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D97C86-7964-411B-8BDC-58EAA70D50A5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 I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7" name="Picture 2" descr="Save Indy using JavaScript!">
            <a:extLst>
              <a:ext uri="{FF2B5EF4-FFF2-40B4-BE49-F238E27FC236}">
                <a16:creationId xmlns:a16="http://schemas.microsoft.com/office/drawing/2014/main" id="{4BE7B26E-28FD-48DC-9B5E-B5F45A84E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3534" y="3042057"/>
            <a:ext cx="720080" cy="72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651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extBox 1">
            <a:extLst>
              <a:ext uri="{FF2B5EF4-FFF2-40B4-BE49-F238E27FC236}">
                <a16:creationId xmlns:a16="http://schemas.microsoft.com/office/drawing/2014/main" id="{C7B70CB2-983D-24C2-857D-8C546D6F54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6239597"/>
              </p:ext>
            </p:extLst>
          </p:nvPr>
        </p:nvGraphicFramePr>
        <p:xfrm>
          <a:off x="304800" y="1143000"/>
          <a:ext cx="11684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CAD1AC9-2744-CC53-038D-46CCE3421425}"/>
              </a:ext>
            </a:extLst>
          </p:cNvPr>
          <p:cNvSpPr txBox="1"/>
          <p:nvPr/>
        </p:nvSpPr>
        <p:spPr>
          <a:xfrm>
            <a:off x="203200" y="332656"/>
            <a:ext cx="1198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Children with </a:t>
            </a:r>
            <a:r>
              <a:rPr lang="en-US" sz="3600" b="1" dirty="0"/>
              <a:t>cognitive impairments</a:t>
            </a:r>
            <a:r>
              <a:rPr lang="en-US" sz="3600" dirty="0"/>
              <a:t> struggle And Solution</a:t>
            </a:r>
            <a:endParaRPr lang="en-US" sz="36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5857AC-25D4-4C77-AC97-1596B640108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 I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265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80E658C-8F4D-8139-7691-2098D1A854CB}"/>
              </a:ext>
            </a:extLst>
          </p:cNvPr>
          <p:cNvSpPr txBox="1"/>
          <p:nvPr/>
        </p:nvSpPr>
        <p:spPr>
          <a:xfrm>
            <a:off x="-2219" y="885456"/>
            <a:ext cx="8424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Component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C61065-5269-EEF1-FBD6-71390579C9C0}"/>
              </a:ext>
            </a:extLst>
          </p:cNvPr>
          <p:cNvSpPr txBox="1"/>
          <p:nvPr/>
        </p:nvSpPr>
        <p:spPr>
          <a:xfrm>
            <a:off x="119336" y="173410"/>
            <a:ext cx="12169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Children with </a:t>
            </a:r>
            <a:r>
              <a:rPr lang="en-US" sz="3600" b="1" dirty="0"/>
              <a:t>cognitive impairments</a:t>
            </a:r>
            <a:r>
              <a:rPr lang="en-US" sz="3600" dirty="0"/>
              <a:t> struggle And Solution</a:t>
            </a:r>
            <a:endParaRPr lang="en-US" sz="36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FE5D9-F822-4E0C-8C46-87F2EE6F54D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 I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3D768-DAAC-4F09-9B59-203460BB4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74971" y="1839160"/>
            <a:ext cx="5585330" cy="425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79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F35206A-8E77-3FC2-5D5E-16BCCEC108EB}"/>
              </a:ext>
            </a:extLst>
          </p:cNvPr>
          <p:cNvSpPr txBox="1"/>
          <p:nvPr/>
        </p:nvSpPr>
        <p:spPr>
          <a:xfrm>
            <a:off x="263352" y="763544"/>
            <a:ext cx="648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 world scenario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A05145-AD68-F338-1265-A1ABEFEE62E8}"/>
              </a:ext>
            </a:extLst>
          </p:cNvPr>
          <p:cNvSpPr txBox="1"/>
          <p:nvPr/>
        </p:nvSpPr>
        <p:spPr>
          <a:xfrm>
            <a:off x="199728" y="69760"/>
            <a:ext cx="12097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Children with </a:t>
            </a:r>
            <a:r>
              <a:rPr lang="en-US" sz="3600" b="1" dirty="0"/>
              <a:t>cognitive impairments</a:t>
            </a:r>
            <a:r>
              <a:rPr lang="en-US" sz="3600" dirty="0"/>
              <a:t> struggle And Solution</a:t>
            </a:r>
            <a:endParaRPr lang="en-US" sz="3600" b="1" dirty="0"/>
          </a:p>
          <a:p>
            <a:endParaRPr lang="en-GB" sz="3600" dirty="0">
              <a:solidFill>
                <a:srgbClr val="00206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B1A816-4DDB-4078-862D-F1E0E8BB33D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IT22153104</a:t>
            </a:r>
            <a:r>
              <a:rPr lang="en-US" sz="1800" dirty="0">
                <a:solidFill>
                  <a:schemeClr val="tx1"/>
                </a:solidFill>
              </a:rPr>
              <a:t>   |   Ilangeeran I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dirty="0">
                <a:solidFill>
                  <a:schemeClr val="tx1"/>
                </a:solidFill>
              </a:rPr>
              <a:t>25-26J-407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5425B58-D9D9-4099-8B6D-1699FB19C3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28CC286-0765-4791-B630-F99D64E129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AFFCEF-5C60-407C-9FA2-B56AD0F93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65413" y="2050386"/>
            <a:ext cx="4005064" cy="30037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301D81-3CEF-4FB7-B479-B666B0845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1523" y="1940819"/>
            <a:ext cx="4374881" cy="328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4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3" ma:contentTypeDescription="Create a new document." ma:contentTypeScope="" ma:versionID="ccf6c9d1568071c4329e3bd442dd6fe1">
  <xsd:schema xmlns:xsd="http://www.w3.org/2001/XMLSchema" xmlns:xs="http://www.w3.org/2001/XMLSchema" xmlns:p="http://schemas.microsoft.com/office/2006/metadata/properties" xmlns:ns2="b315195e-671e-423b-bef2-4f1205612242" targetNamespace="http://schemas.microsoft.com/office/2006/metadata/properties" ma:root="true" ma:fieldsID="46bb12e2fbe9e946652203aac830fb08" ns2:_="">
    <xsd:import namespace="b315195e-671e-423b-bef2-4f12056122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593CCB0-D2E7-44FD-BA51-E52CE37081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5195e-671e-423b-bef2-4f12056122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C970F6-F9F1-4BAC-A46F-4F00CAF673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51D42F-FEC3-4051-8E94-C7B46531733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Proposal-Presentation-Template - Copy</Template>
  <TotalTime>1857</TotalTime>
  <Words>379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Adobe Devanagari</vt:lpstr>
      <vt:lpstr>Arial</vt:lpstr>
      <vt:lpstr>Calibri</vt:lpstr>
      <vt:lpstr>Cambria</vt:lpstr>
      <vt:lpstr>Times New Roman</vt:lpstr>
      <vt:lpstr>Wingdings</vt:lpstr>
      <vt:lpstr>Office Theme</vt:lpstr>
      <vt:lpstr>Inclusive Educational Software System: Emotionally Expressive Reading for Children with Disabilities (Blind, Deaf, Cognitive Impairments) </vt:lpstr>
      <vt:lpstr>PowerPoint Presentation</vt:lpstr>
      <vt:lpstr>PowerPoint Presentation</vt:lpstr>
      <vt:lpstr>Compare with Existing system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AI-BASED WEB APPLICATION FOR SKIN DISEASE PREDICTION &amp; SUGGESTS SOLUTIONS.</dc:title>
  <dc:creator>LAXSHIKA.S it22596802</dc:creator>
  <cp:lastModifiedBy>ILANGEERAN.I it22153104</cp:lastModifiedBy>
  <cp:revision>20</cp:revision>
  <dcterms:created xsi:type="dcterms:W3CDTF">2025-09-07T06:40:41Z</dcterms:created>
  <dcterms:modified xsi:type="dcterms:W3CDTF">2025-09-09T13:33:06Z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